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14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_rels/slide17.xml.rels" ContentType="application/vnd.openxmlformats-package.relationships+xml"/>
  <Override PartName="/ppt/slides/_rels/slide19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1.xml.rels" ContentType="application/vnd.openxmlformats-package.relationships+xml"/>
  <Override PartName="/ppt/slides/_rels/slide5.xml.rels" ContentType="application/vnd.openxmlformats-package.relationships+xml"/>
  <Override PartName="/ppt/slides/_rels/slide16.xml.rels" ContentType="application/vnd.openxmlformats-package.relationships+xml"/>
  <Override PartName="/ppt/slides/_rels/slide3.xml.rels" ContentType="application/vnd.openxmlformats-package.relationships+xml"/>
  <Override PartName="/ppt/slides/_rels/slide15.xml.rels" ContentType="application/vnd.openxmlformats-package.relationship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7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9B3E50-1F76-4D13-A91B-DFFE84E0BC3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2F8266-1B77-4B2B-88C7-AC6EFE94D3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221D1E-D7E9-4E93-B855-9EFB4B9FEA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E3DAC7-0A45-4694-BD2B-A2CD5214AD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D81E60-9960-4FB3-88F4-73133DC127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8F0614-96D7-4274-8082-4A2079ABFF9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83B4A3-D626-43B0-BDB7-3ADF86ED39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AE395E-99AB-4465-888D-5742A6A553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75AB09-A9FE-4A12-A699-9987ECBABB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42C3A6-3C1D-4CC1-8C14-B0A27CDAC92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A4D762-C1C9-44D3-9503-E51BE7D9EFB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D68C2E-63A2-469D-9553-BE7119A0D7B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D09988-7877-49BE-8005-8C9BF5A7A5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489C7F-1F80-47C7-9ED5-209DB69448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C23B5E-0B44-41AF-A274-C7CD5F4B28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579DBE-2EE4-4117-B173-B5A9D49FE4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D31FE6-91D2-42D4-BB91-2D395A5D1D8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844028-D674-4247-A70A-1F470663821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9500A9-3B2E-4F4F-A911-FD806C44FC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862D85-187D-4802-8845-A4D577D659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34D92F-AF5A-40AA-82B2-92C7295F06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8AC2E0-CBE5-48AE-A416-7B51518D04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76A62C-F046-47B3-8FE9-4E48C489301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7F5BBD-E398-47A2-B8BA-141867E3D71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rgbClr val="8b8b8b"/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0FF0493-A786-4A62-8741-9892AE3BDBC2}" type="slidenum">
              <a:rPr b="0" lang="ru-RU" sz="1200" spc="-1" strike="noStrike">
                <a:solidFill>
                  <a:srgbClr val="8b8b8b"/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rgbClr val="8b8b8b"/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70F3058-E6BE-43A0-9C5F-6C376C80D66C}" type="slidenum">
              <a:rPr b="0" lang="ru-RU" sz="1200" spc="-1" strike="noStrike">
                <a:solidFill>
                  <a:srgbClr val="8b8b8b"/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rgbClr val="000000"/>
                </a:solidFill>
                <a:latin typeface="Calibri Light"/>
              </a:rPr>
              <a:t>Программирование</a:t>
            </a:r>
            <a:endParaRPr b="0" lang="ru-RU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 algn="ctr">
              <a:buNone/>
            </a:pPr>
            <a:endParaRPr b="0" lang="ru-RU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000"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Пользователь вводит длину стороны квадрата. Вывести на экран площадь квадрата.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side = int(input("Введите длину стороны квадрата: "))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print("Площадь квадрата:", side * side)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94680"/>
            <a:ext cx="10515240" cy="15958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3000"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Пользователь вводит длины сторон прямоугольника. Вывести на экран площадь прямоугольника.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Вводим длины двух сторон прямоугольника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a = float(input("Введите длину первой стороны прямоугольника: "))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b = float(input("Введите длину второй стороны прямоугольника: "))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Вычисляем площадь (произведение сторон)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area = a * b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Выводим результат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print(f"Площадь прямоугольника: {area}")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Пользователь вводит два числа. Вывести на экран их среднее арифметическое.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Вводим два числа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a = float(input("Введите первое число: "))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b = float(input("Введите второе число: "))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Вычисляем среднее арифметическое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average = (a + b) / 2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Выводим результат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print(f"Среднее арифметическое: {average}")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Пользователь вводит два числа. Вывести на экран их среднее геометрическое.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import math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Вводим два числа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a = float(input("Введите первое число: "))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b = float(input("Введите второе число: "))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Вычисляем среднее геометрическое: √(a * b)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geometric_mean = math.sqrt(a * b)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Выводим результат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print(f"Среднее геометрическое: {geometric_mean}")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000"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Пользователь вводит длины катетов прямоугольного треугольника. Вывести на экран его гипотенузу и площадь.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import math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Вводим длины катетов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a = float(input("Введите длину первого катета: "))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b = float(input("Введите длину второго катета: "))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Вычисляем гипотенузу по теореме Пифагора: c = √(a² + b²)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hypotenuse = math.sqrt(a**2 + b**2)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Вычисляем площадь прямоугольного треугольника: S = (a * b) / 2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area = (a * b) / 2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Выводим результаты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print(f"Гипотенуза: {hypotenuse}")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print(f"Площадь: {area}")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Пользователь вводит число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N. </a:t>
            </a: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Вывести на экран через запятую (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N-1</a:t>
            </a: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)</a:t>
            </a:r>
            <a:r>
              <a:rPr b="0" lang="en-US" sz="4400" spc="-1" strike="noStrike" baseline="30000">
                <a:solidFill>
                  <a:srgbClr val="000000"/>
                </a:solidFill>
                <a:latin typeface="Calibri Light"/>
              </a:rPr>
              <a:t>2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, N</a:t>
            </a:r>
            <a:r>
              <a:rPr b="0" lang="en-US" sz="4400" spc="-1" strike="noStrike" baseline="30000">
                <a:solidFill>
                  <a:srgbClr val="000000"/>
                </a:solidFill>
                <a:latin typeface="Calibri Light"/>
              </a:rPr>
              <a:t>2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, (N+1)</a:t>
            </a:r>
            <a:r>
              <a:rPr b="0" lang="en-US" sz="4400" spc="-1" strike="noStrike" baseline="30000">
                <a:solidFill>
                  <a:srgbClr val="000000"/>
                </a:solidFill>
                <a:latin typeface="Calibri Light"/>
              </a:rPr>
              <a:t>2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rgbClr val="000000"/>
                </a:solidFill>
                <a:latin typeface="Calibri"/>
              </a:rPr>
              <a:t># Вводим число N</a:t>
            </a:r>
            <a:endParaRPr b="1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rgbClr val="000000"/>
                </a:solidFill>
                <a:latin typeface="Calibri"/>
              </a:rPr>
              <a:t>n = int(input("Введите число N: "))</a:t>
            </a:r>
            <a:endParaRPr b="1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1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1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rgbClr val="000000"/>
                </a:solidFill>
                <a:latin typeface="Calibri"/>
              </a:rPr>
              <a:t># Вычисляем три квадрата</a:t>
            </a:r>
            <a:endParaRPr b="1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rgbClr val="000000"/>
                </a:solidFill>
                <a:latin typeface="Calibri"/>
              </a:rPr>
              <a:t>a = (n - 1) ** 2</a:t>
            </a:r>
            <a:endParaRPr b="1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rgbClr val="000000"/>
                </a:solidFill>
                <a:latin typeface="Calibri"/>
              </a:rPr>
              <a:t>b = n ** 2</a:t>
            </a:r>
            <a:endParaRPr b="1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rgbClr val="000000"/>
                </a:solidFill>
                <a:latin typeface="Calibri"/>
              </a:rPr>
              <a:t>c = (n + 1) ** 2</a:t>
            </a:r>
            <a:endParaRPr b="1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1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1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rgbClr val="000000"/>
                </a:solidFill>
                <a:latin typeface="Calibri"/>
              </a:rPr>
              <a:t># Выводим через запятую</a:t>
            </a:r>
            <a:endParaRPr b="1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rgbClr val="000000"/>
                </a:solidFill>
                <a:latin typeface="Calibri"/>
              </a:rPr>
              <a:t>print(a, b, c, sep=", ")</a:t>
            </a:r>
            <a:endParaRPr b="1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Пользователь вводит год. Вывести на экран ответ, является ли год високосным.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Вводим год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year = int(input("Введите год: "))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Проверяем условия високосного года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if (year % 4 == 0 and year % 100 != 0) or (year % 400 == 0):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print(f"{year} год - високосный")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print(f"{year} год - не високосный")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000"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Пользователь вводит целое число. Программа должна ответить, четным или нечетным является это число.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Вводим целое число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number = int(input("Введите целое число: "))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Проверяем остаток от деления на 2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if number % 2 == 0: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print(f"Число {number} - четное")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print(f"Число {number} - нечетное")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000"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Пользователь вводит два числа. Если первое число меньше второго, то вычислить их сумму, иначе – разность первого и второго.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72000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Вводим два числа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a = float(input("Введите первое число: "))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b = float(input("Введите второе число: "))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Проверяем условие и вычисляем результат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if a &lt; b: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result = a + b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print(f"Первое число меньше второго, поэтому вычисляем сумму: {result}")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result = a - b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print(f"Первое число не меньше второго, поэтому вычисляем разность: {result}")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Распечатать первые 16 степеней числа 2.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Выводим степени 2^0, 2^1, ..., 2^15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for i in range(16):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print(f"2^{i} = {2 ** i}")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4000"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Пользователь вводит 10 целых чисел. Подсчитать, сколько среди них четных чисел.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Счётчик чётных чисел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even_count = 0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Вводим 10 чисел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for i in range(10):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number = int(input(f"Введите число {i + 1}: "))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Проверяем на чётность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if number % 2 == 0: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even_count += 1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Выводим результат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print(f"Количество чётных чисел: {even_count}")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73440"/>
            <a:ext cx="10515240" cy="1616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000"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Пользователь вводит 10 целых чисел. Подсчитать, сколько среди них положительных, сколько отрицательных и сколько нулей.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Три счётчика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positive_count = 0  # положительных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negative_count = 0  # отрицательных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zero_count = 0      # нулей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Вводим 10 чисел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for i in range(10):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number = int(input(f"Введите число {i + 1}: "))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if number &gt; 0: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positive_count += 1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elif number &lt; 0: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negative_count += 1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zero_count += 1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Выводим результаты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print(f"Положительных чисел: {positive_count}")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print(f"Отрицательных чисел: {negative_count}")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print(f"Нулей: {zero_count}")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000"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Пользователь вводит 10 целых чисел. Найти разницу между наибольшим и наименьшим.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1440000" y="2342160"/>
            <a:ext cx="6034320" cy="341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numbers = []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Вводим 10 чисел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for i in range(10):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 = int(input(f"Введите число {i + 1}: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numbers.append(num)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Находим разницу между наибольшим и наименьшим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difference = max(numbers) - min(numbers)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print(f"Наибольшее число: {max(numbers)}")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print(f"Наименьшее число: {min(numbers)}")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print(f"Разница: {difference}")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000"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Пользователь вводит массив А из 10 целых чисел. Подсчитать количество чисел, равных максимальному элементу массива.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Вводим массив из 10 чисел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A = []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for i in range(10):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num = int(input(f"Введите число {i + 1}: "))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A.append(num)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Находим максимальный элемент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max_element = max(A)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Подсчитываем, сколько раз он встречается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count = A.count(max_element)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print(f"Массив: {A}")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print(f"Максимальный элемент: {max_element}")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print(f"Количество чисел, равных максимуму: {count}")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4240" y="365040"/>
            <a:ext cx="1200240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2000"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Пользователь вводит массив А из 10 целых чисел. Подсчитать разницу между суммой всех элементов с четными индексами и суммой всех элементов с нечетными индексами.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827640" y="22460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Вводим строку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text = input("Введите строку: 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Удаляем все пробелы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text_without_spaces = text.replace(" ", "")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Выводим результат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print(f"Строка без пробелов: {text_without_spaces}")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9000"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Подсчитать количество арабских цифр в тексте, введенном пользователем с клавиатуры.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Вводим текст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text = input("Введите текст: 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Подсчитываем количество цифр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count = 0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for char in text: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if char.isdigit():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count += 1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print(f"Количество арабских цифр в тексте: {count}")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000"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Убрать из строки, введенной пользователем все пробелы, и распечатать ее.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Вводим строку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text = input("Введите строку: 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Удаляем все пробелы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text_without_spaces = text.replace(" ", "")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Выводим результат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print(f"Строка без пробелов: {text_without_spaces}")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4476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Распечатать первое слово из строки, введенной пользователем с клавиатуры.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Вводим строку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text = input("Введите строку: 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Разбиваем строку на слова и берём первое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first_word = text.split()[0]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print(f"Первое слово: {first_word}")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Пользователь вводит с клавиатуры текст. Записать его в файл.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Вводим текст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text = input("Введите текст: 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Записываем в файл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with open("output.txt", "w", encoding="utf-8") as file: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file.write(text)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print("Текст успешно записан в файл output.txt")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0" y="365040"/>
            <a:ext cx="1219176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Calibri Light"/>
              </a:rPr>
              <a:t>Написать программу для следующей игры человека с компьютером. Человек загадывает некоторое число из диапазона </a:t>
            </a:r>
            <a:r>
              <a:rPr b="0" lang="en-US" sz="2000" spc="-1" strike="noStrike">
                <a:solidFill>
                  <a:srgbClr val="000000"/>
                </a:solidFill>
                <a:latin typeface="Calibri Light"/>
              </a:rPr>
              <a:t>[N,M]</a:t>
            </a:r>
            <a:r>
              <a:rPr b="0" lang="ru-RU" sz="2000" spc="-1" strike="noStrike">
                <a:solidFill>
                  <a:srgbClr val="000000"/>
                </a:solidFill>
                <a:latin typeface="Calibri Light"/>
              </a:rPr>
              <a:t>, а компьютер должен отгадать это число за минимальное количество вопросов типа »да-нет» (Ваше число больше 25? Ваше число меньше 70? И т.д.)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180000" y="1800000"/>
            <a:ext cx="9720000" cy="360"/>
          </a:xfrm>
          <a:prstGeom prst="rect">
            <a:avLst/>
          </a:prstGeom>
          <a:noFill/>
          <a:ln w="0">
            <a:noFill/>
          </a:ln>
        </p:spPr>
        <p:txBody>
          <a:bodyPr tIns="-45360" bIns="-45360" anchor="t">
            <a:noAutofit/>
          </a:bodyPr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# Ввод диапазона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N = int(input("Введите нижнюю границу N: "))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M = int(input("Введите верхнюю границу M: "))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low = N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high = M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print("\nЗагадайте число в этом диапазоне и отвечайте на вопросы 'да' или 'нет'.\n")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while low &lt; high: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mid = (low + high) // 2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answer = input(f"Ваше число больше {mid}? (да/нет): ").strip().lower()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if answer == "да":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low = mid + 1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elif answer == "нет":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high = mid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print("Пожалуйста, отвечайте 'да' или 'нет'.")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print(f"\nВаше число: {low}!")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Application>LibreOffice/7.5.2.1$Linux_X86_64 LibreOffice_project/50$Build-1</Application>
  <AppVersion>15.0000</AppVersion>
  <Words>373</Words>
  <Paragraphs>41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2026-05-15T20:11:14Z</dcterms:created>
  <dc:creator>Елена Демидова</dc:creator>
  <dc:description/>
  <dc:language>ru-RU</dc:language>
  <cp:lastModifiedBy/>
  <dcterms:modified xsi:type="dcterms:W3CDTF">2026-06-20T09:39:49Z</dcterms:modified>
  <cp:revision>13</cp:revision>
  <dc:subject/>
  <dc:title>Программирование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21</vt:i4>
  </property>
</Properties>
</file>